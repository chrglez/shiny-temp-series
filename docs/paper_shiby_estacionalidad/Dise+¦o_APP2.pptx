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E3840-67CE-425F-B5E8-B7111911C798}" v="2" dt="2026-03-16T11:29:23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Pinilla Domínguez" userId="19f668d1-3bd6-4c58-8e06-4fcb3d1c8391" providerId="ADAL" clId="{ED3F23FC-A09C-47E5-A1B5-89CCB685098D}"/>
    <pc:docChg chg="custSel modSld">
      <pc:chgData name="Jaime Pinilla Domínguez" userId="19f668d1-3bd6-4c58-8e06-4fcb3d1c8391" providerId="ADAL" clId="{ED3F23FC-A09C-47E5-A1B5-89CCB685098D}" dt="2026-03-16T11:29:23.292" v="17"/>
      <pc:docMkLst>
        <pc:docMk/>
      </pc:docMkLst>
      <pc:sldChg chg="addSp delSp modSp mod">
        <pc:chgData name="Jaime Pinilla Domínguez" userId="19f668d1-3bd6-4c58-8e06-4fcb3d1c8391" providerId="ADAL" clId="{ED3F23FC-A09C-47E5-A1B5-89CCB685098D}" dt="2026-03-16T11:28:34.567" v="13" actId="1076"/>
        <pc:sldMkLst>
          <pc:docMk/>
          <pc:sldMk cId="3602457246" sldId="256"/>
        </pc:sldMkLst>
        <pc:spChg chg="del">
          <ac:chgData name="Jaime Pinilla Domínguez" userId="19f668d1-3bd6-4c58-8e06-4fcb3d1c8391" providerId="ADAL" clId="{ED3F23FC-A09C-47E5-A1B5-89CCB685098D}" dt="2026-03-16T11:28:20.765" v="9" actId="478"/>
          <ac:spMkLst>
            <pc:docMk/>
            <pc:sldMk cId="3602457246" sldId="256"/>
            <ac:spMk id="5" creationId="{FE867A27-3653-8DA7-D425-4E5D07ECA344}"/>
          </ac:spMkLst>
        </pc:spChg>
        <pc:spChg chg="del topLvl">
          <ac:chgData name="Jaime Pinilla Domínguez" userId="19f668d1-3bd6-4c58-8e06-4fcb3d1c8391" providerId="ADAL" clId="{ED3F23FC-A09C-47E5-A1B5-89CCB685098D}" dt="2026-03-16T11:26:58.990" v="0" actId="478"/>
          <ac:spMkLst>
            <pc:docMk/>
            <pc:sldMk cId="3602457246" sldId="256"/>
            <ac:spMk id="11" creationId="{887B1DF4-43C4-A27E-EBB7-45F2D66B996B}"/>
          </ac:spMkLst>
        </pc:spChg>
        <pc:spChg chg="del topLvl">
          <ac:chgData name="Jaime Pinilla Domínguez" userId="19f668d1-3bd6-4c58-8e06-4fcb3d1c8391" providerId="ADAL" clId="{ED3F23FC-A09C-47E5-A1B5-89CCB685098D}" dt="2026-03-16T11:27:01.816" v="1" actId="478"/>
          <ac:spMkLst>
            <pc:docMk/>
            <pc:sldMk cId="3602457246" sldId="256"/>
            <ac:spMk id="13" creationId="{57366BF1-1F6D-D4BB-2705-9FA890AE1E98}"/>
          </ac:spMkLst>
        </pc:spChg>
        <pc:spChg chg="mod">
          <ac:chgData name="Jaime Pinilla Domínguez" userId="19f668d1-3bd6-4c58-8e06-4fcb3d1c8391" providerId="ADAL" clId="{ED3F23FC-A09C-47E5-A1B5-89CCB685098D}" dt="2026-03-16T11:27:38.489" v="6" actId="1076"/>
          <ac:spMkLst>
            <pc:docMk/>
            <pc:sldMk cId="3602457246" sldId="256"/>
            <ac:spMk id="14" creationId="{732FC135-7337-9A38-A54D-B695F310A59E}"/>
          </ac:spMkLst>
        </pc:spChg>
        <pc:grpChg chg="del">
          <ac:chgData name="Jaime Pinilla Domínguez" userId="19f668d1-3bd6-4c58-8e06-4fcb3d1c8391" providerId="ADAL" clId="{ED3F23FC-A09C-47E5-A1B5-89CCB685098D}" dt="2026-03-16T11:26:58.990" v="0" actId="478"/>
          <ac:grpSpMkLst>
            <pc:docMk/>
            <pc:sldMk cId="3602457246" sldId="256"/>
            <ac:grpSpMk id="15" creationId="{E48B5B81-2606-9C4F-3A83-05A10AE33051}"/>
          </ac:grpSpMkLst>
        </pc:grpChg>
        <pc:picChg chg="mod">
          <ac:chgData name="Jaime Pinilla Domínguez" userId="19f668d1-3bd6-4c58-8e06-4fcb3d1c8391" providerId="ADAL" clId="{ED3F23FC-A09C-47E5-A1B5-89CCB685098D}" dt="2026-03-16T11:27:06.595" v="3" actId="14100"/>
          <ac:picMkLst>
            <pc:docMk/>
            <pc:sldMk cId="3602457246" sldId="256"/>
            <ac:picMk id="3" creationId="{3F05AE8A-436D-20E9-3A56-D31704FDD6A3}"/>
          </ac:picMkLst>
        </pc:picChg>
        <pc:picChg chg="add mod">
          <ac:chgData name="Jaime Pinilla Domínguez" userId="19f668d1-3bd6-4c58-8e06-4fcb3d1c8391" providerId="ADAL" clId="{ED3F23FC-A09C-47E5-A1B5-89CCB685098D}" dt="2026-03-16T11:27:42.757" v="7" actId="1076"/>
          <ac:picMkLst>
            <pc:docMk/>
            <pc:sldMk cId="3602457246" sldId="256"/>
            <ac:picMk id="7" creationId="{C4AE5D4E-5482-57EE-61D5-3B53B08D5818}"/>
          </ac:picMkLst>
        </pc:picChg>
        <pc:picChg chg="add mod">
          <ac:chgData name="Jaime Pinilla Domínguez" userId="19f668d1-3bd6-4c58-8e06-4fcb3d1c8391" providerId="ADAL" clId="{ED3F23FC-A09C-47E5-A1B5-89CCB685098D}" dt="2026-03-16T11:28:34.567" v="13" actId="1076"/>
          <ac:picMkLst>
            <pc:docMk/>
            <pc:sldMk cId="3602457246" sldId="256"/>
            <ac:picMk id="10" creationId="{5BCF7EB9-4370-206F-2705-5F036E55C50F}"/>
          </ac:picMkLst>
        </pc:picChg>
      </pc:sldChg>
      <pc:sldChg chg="addSp delSp modSp mod">
        <pc:chgData name="Jaime Pinilla Domínguez" userId="19f668d1-3bd6-4c58-8e06-4fcb3d1c8391" providerId="ADAL" clId="{ED3F23FC-A09C-47E5-A1B5-89CCB685098D}" dt="2026-03-16T11:28:57.888" v="15"/>
        <pc:sldMkLst>
          <pc:docMk/>
          <pc:sldMk cId="3875870646" sldId="257"/>
        </pc:sldMkLst>
        <pc:spChg chg="del">
          <ac:chgData name="Jaime Pinilla Domínguez" userId="19f668d1-3bd6-4c58-8e06-4fcb3d1c8391" providerId="ADAL" clId="{ED3F23FC-A09C-47E5-A1B5-89CCB685098D}" dt="2026-03-16T11:28:43.333" v="14" actId="478"/>
          <ac:spMkLst>
            <pc:docMk/>
            <pc:sldMk cId="3875870646" sldId="257"/>
            <ac:spMk id="5" creationId="{C2C7F7A6-BB6D-E708-8A7A-4D4A361D6531}"/>
          </ac:spMkLst>
        </pc:spChg>
        <pc:picChg chg="add mod">
          <ac:chgData name="Jaime Pinilla Domínguez" userId="19f668d1-3bd6-4c58-8e06-4fcb3d1c8391" providerId="ADAL" clId="{ED3F23FC-A09C-47E5-A1B5-89CCB685098D}" dt="2026-03-16T11:28:57.888" v="15"/>
          <ac:picMkLst>
            <pc:docMk/>
            <pc:sldMk cId="3875870646" sldId="257"/>
            <ac:picMk id="2" creationId="{6863A2E2-0E0E-CBC8-0549-795677C91707}"/>
          </ac:picMkLst>
        </pc:picChg>
      </pc:sldChg>
      <pc:sldChg chg="addSp delSp modSp mod">
        <pc:chgData name="Jaime Pinilla Domínguez" userId="19f668d1-3bd6-4c58-8e06-4fcb3d1c8391" providerId="ADAL" clId="{ED3F23FC-A09C-47E5-A1B5-89CCB685098D}" dt="2026-03-16T11:29:23.292" v="17"/>
        <pc:sldMkLst>
          <pc:docMk/>
          <pc:sldMk cId="1348329292" sldId="258"/>
        </pc:sldMkLst>
        <pc:spChg chg="del">
          <ac:chgData name="Jaime Pinilla Domínguez" userId="19f668d1-3bd6-4c58-8e06-4fcb3d1c8391" providerId="ADAL" clId="{ED3F23FC-A09C-47E5-A1B5-89CCB685098D}" dt="2026-03-16T11:29:22.156" v="16" actId="478"/>
          <ac:spMkLst>
            <pc:docMk/>
            <pc:sldMk cId="1348329292" sldId="258"/>
            <ac:spMk id="5" creationId="{59730275-1495-6AF6-5F2A-5A457B329748}"/>
          </ac:spMkLst>
        </pc:spChg>
        <pc:picChg chg="add mod">
          <ac:chgData name="Jaime Pinilla Domínguez" userId="19f668d1-3bd6-4c58-8e06-4fcb3d1c8391" providerId="ADAL" clId="{ED3F23FC-A09C-47E5-A1B5-89CCB685098D}" dt="2026-03-16T11:29:23.292" v="17"/>
          <ac:picMkLst>
            <pc:docMk/>
            <pc:sldMk cId="1348329292" sldId="258"/>
            <ac:picMk id="3" creationId="{0FD9DD52-C393-D888-4A85-8BE7F29CB0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AFD9-E6A0-D066-34ED-9E2C76957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AFEB8-E641-2427-8E19-E95497266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1FA7D-F29C-A893-94D8-49E06A00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95AE14-85F7-0362-433C-8485500A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AFB16B-B57E-69FB-BBFF-61D4C025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42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5A7A1-B412-EE45-1448-A86A6FD0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BAFFD7-A067-7045-0BA7-B3F1830CA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F58036-51D0-9498-2635-B1ACB074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C12A87-08CA-51D5-9876-ACF04482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0B08B3-8FC6-9732-63C0-06DAADC7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382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C7225-C0AC-519A-0682-F783AED6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A28176-C512-7ADF-5EF7-4ECE4B7F0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6C6CB-B532-09A8-1BDB-8361C0DA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27596-6E57-85F5-826D-2FD31F2D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A8612-72A6-8B4F-AC76-89065DE9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340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A1C7A-E9E5-CF69-754F-F153AD46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8E2295-BC02-06B0-20E6-DCECBD9A6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625168-E3D1-D207-79BF-67664423F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0A7030-870B-9534-A184-86824D8F0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249753-BEF3-9AB0-99A1-854B9229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1B917D-FF5B-6C71-5600-96A11CE0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39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1EEC3-A46B-AA20-FDF1-559744766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ED7668-58C4-DB6E-29C5-5EF56EFB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26A18F-0351-0729-6BE0-60A2A30D6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F01805-C4A2-B369-8928-92CF0772E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DCFE41-FA06-128F-73D4-92642A264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C374C8-2C69-15BB-2BBC-8E04AE60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56D260-6CEB-C883-A854-C2464A3A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C7EDAC-16BE-6FC0-AD30-2021B543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555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DEE27-8B56-D312-D7AC-932B1F19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7DF95A-CDB8-B6B6-EC08-6632CAC7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54C1F0-AC2F-52AB-4131-286670EF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D32EF4-42B2-BC42-5FCA-01FCAB39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1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2A8A39-8409-B922-A95A-886E78D5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A43C03-5601-10FC-F8C4-109AFAB9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98FFE3-AF1E-D4A5-D181-6A26E3F7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25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0F76C-76E3-B337-7AA6-586B5FD3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9E9B23-061E-3A60-123D-BD79847E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441454-34B4-0A11-A0BB-AC34A9C9A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C4FE90-CCCA-AE6F-7FCC-959283F1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B9F712-7B69-3040-7785-1F68AF12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831C17-D8F3-D618-56C2-F39B7B65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124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3AA7F-F9FC-A8DF-75BA-EE00ADD7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C0AC6C-546D-4ADA-476F-D3FBCD8B7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79227F-2505-1B80-C16E-CE23E024B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D078EC-20FC-DD4F-A2FA-75DE90ED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FC77C5-94D3-9DDA-3F85-89DB4495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1AE44F-0725-162B-2520-776924FD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95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9056A-88FF-BAD6-904A-6B27DE51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DF21F8-FE51-4DB1-1C79-29AE90ECE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65A7B3-D5E6-7F7F-278E-5883CFCB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11B07-B809-7AB1-ED81-E1C232C7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F9E20C-E748-4CDF-FEC6-ADBC1701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1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41E76C-C79D-DD15-E471-FBC80F46C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8EFEE9-D684-7466-85FB-BE30A21D0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66386-B157-9FCC-EA6D-60DAC485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D6C12-C851-F379-3925-0BCC5FE7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FCA8BB-3BBF-C2CA-EBC8-063F733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967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ACCEFA-C847-BFC7-FE99-9D7651DC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BF1ECE-F391-F825-1769-5F20ECFEE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3122F8-F2D6-1A3E-D80D-9E4FE9383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07885-394E-49EF-B026-13914FFEB763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0BEBBC-2599-F83D-E6F5-B85B32DFD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022B12-DFC1-807E-57AE-DCEE4D7B4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8926A-2D7F-4AA1-AA3C-740BC99403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318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hrglez.shinyapps.io/seasonal-ts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23EC8C0-0910-9983-6331-A5340D2B4A37}"/>
              </a:ext>
            </a:extLst>
          </p:cNvPr>
          <p:cNvSpPr/>
          <p:nvPr/>
        </p:nvSpPr>
        <p:spPr>
          <a:xfrm>
            <a:off x="0" y="6"/>
            <a:ext cx="12192000" cy="830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CDE3BA-C537-44D4-E25C-30A848FB48A8}"/>
              </a:ext>
            </a:extLst>
          </p:cNvPr>
          <p:cNvSpPr/>
          <p:nvPr/>
        </p:nvSpPr>
        <p:spPr>
          <a:xfrm>
            <a:off x="-7883" y="830100"/>
            <a:ext cx="2464341" cy="60279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2FC135-7337-9A38-A54D-B695F310A59E}"/>
              </a:ext>
            </a:extLst>
          </p:cNvPr>
          <p:cNvSpPr txBox="1"/>
          <p:nvPr/>
        </p:nvSpPr>
        <p:spPr>
          <a:xfrm>
            <a:off x="6543472" y="2771832"/>
            <a:ext cx="2918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/>
              <a:t>Diagnosing</a:t>
            </a:r>
            <a:r>
              <a:rPr lang="es-ES" sz="2000" dirty="0"/>
              <a:t> </a:t>
            </a:r>
            <a:r>
              <a:rPr lang="es-ES" sz="2000" dirty="0" err="1"/>
              <a:t>seasonality</a:t>
            </a:r>
            <a:endParaRPr lang="es-ES" sz="2000" dirty="0"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D2F55E-E59B-B4BE-BF30-5B7597C10044}"/>
              </a:ext>
            </a:extLst>
          </p:cNvPr>
          <p:cNvSpPr txBox="1"/>
          <p:nvPr/>
        </p:nvSpPr>
        <p:spPr>
          <a:xfrm>
            <a:off x="6543472" y="3374018"/>
            <a:ext cx="4896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noProof="0" dirty="0"/>
              <a:t>A shiny app to product comprehensive data visualisation and statistical test for detecting and analysing seasonality patterns in clinical datasets.</a:t>
            </a:r>
          </a:p>
        </p:txBody>
      </p:sp>
      <p:pic>
        <p:nvPicPr>
          <p:cNvPr id="1026" name="Picture 2" descr="Alojamiento E2 Ciencia">
            <a:extLst>
              <a:ext uri="{FF2B5EF4-FFF2-40B4-BE49-F238E27FC236}">
                <a16:creationId xmlns:a16="http://schemas.microsoft.com/office/drawing/2014/main" id="{9938F3AD-A8A8-8F79-35A7-918DFB6F4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940187" y="25160"/>
            <a:ext cx="1847930" cy="79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9BBD0C3-3F6B-86E1-E1E6-69E750E2E131}"/>
              </a:ext>
            </a:extLst>
          </p:cNvPr>
          <p:cNvSpPr txBox="1"/>
          <p:nvPr/>
        </p:nvSpPr>
        <p:spPr>
          <a:xfrm>
            <a:off x="2692938" y="6182376"/>
            <a:ext cx="93239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Funding: This work is funded by the National Plan for Scientific and Technical Research and Innovation of the Ministry of Science and Innovation, Spain (project reference: PID2021-124067OB-C22).</a:t>
            </a:r>
            <a:endParaRPr lang="es-ES" sz="1400" dirty="0"/>
          </a:p>
        </p:txBody>
      </p:sp>
      <p:pic>
        <p:nvPicPr>
          <p:cNvPr id="1028" name="Picture 4" descr="DMC Departamento de Métodos Cuantitativos en Economía y Gestión de la ULPGC  | Las Palmas de Gran Canaria">
            <a:extLst>
              <a:ext uri="{FF2B5EF4-FFF2-40B4-BE49-F238E27FC236}">
                <a16:creationId xmlns:a16="http://schemas.microsoft.com/office/drawing/2014/main" id="{413850CC-4847-32F3-46F3-C7735D7EB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17638" y="26725"/>
            <a:ext cx="888765" cy="79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dad de Las Palmas de Gran Canaria (ULPGC) - AquaExcel3.0">
            <a:extLst>
              <a:ext uri="{FF2B5EF4-FFF2-40B4-BE49-F238E27FC236}">
                <a16:creationId xmlns:a16="http://schemas.microsoft.com/office/drawing/2014/main" id="{EC7925ED-0617-24B2-FBC6-0E1073B4A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9526621" y="4506"/>
            <a:ext cx="1748934" cy="81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71EF3A76-F8A5-6B58-ECC4-674D18526B27}"/>
              </a:ext>
            </a:extLst>
          </p:cNvPr>
          <p:cNvGrpSpPr/>
          <p:nvPr/>
        </p:nvGrpSpPr>
        <p:grpSpPr>
          <a:xfrm>
            <a:off x="2464340" y="0"/>
            <a:ext cx="629521" cy="825488"/>
            <a:chOff x="4630366" y="1102471"/>
            <a:chExt cx="752272" cy="83009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DE153DF-CD39-139C-1128-C8F192CCC21B}"/>
                </a:ext>
              </a:extLst>
            </p:cNvPr>
            <p:cNvSpPr/>
            <p:nvPr/>
          </p:nvSpPr>
          <p:spPr>
            <a:xfrm>
              <a:off x="4630366" y="1102471"/>
              <a:ext cx="752272" cy="83009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DA87AC-F1AC-1271-54A6-063E2B02F59D}"/>
                </a:ext>
              </a:extLst>
            </p:cNvPr>
            <p:cNvCxnSpPr/>
            <p:nvPr/>
          </p:nvCxnSpPr>
          <p:spPr>
            <a:xfrm>
              <a:off x="4747097" y="12840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79B07F7-206C-6A21-56A6-6F7B37E26624}"/>
                </a:ext>
              </a:extLst>
            </p:cNvPr>
            <p:cNvCxnSpPr/>
            <p:nvPr/>
          </p:nvCxnSpPr>
          <p:spPr>
            <a:xfrm>
              <a:off x="4737372" y="1442936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77A187D9-CE7C-90EF-8475-E200C2ABCD4F}"/>
                </a:ext>
              </a:extLst>
            </p:cNvPr>
            <p:cNvCxnSpPr/>
            <p:nvPr/>
          </p:nvCxnSpPr>
          <p:spPr>
            <a:xfrm>
              <a:off x="4734132" y="15888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E2D2335E-31B7-09B8-0845-6A89156EAB2A}"/>
                </a:ext>
              </a:extLst>
            </p:cNvPr>
            <p:cNvCxnSpPr/>
            <p:nvPr/>
          </p:nvCxnSpPr>
          <p:spPr>
            <a:xfrm>
              <a:off x="4730892" y="17412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7411A98-BBF0-CE3B-4742-D1B9592F0434}"/>
              </a:ext>
            </a:extLst>
          </p:cNvPr>
          <p:cNvSpPr txBox="1"/>
          <p:nvPr/>
        </p:nvSpPr>
        <p:spPr>
          <a:xfrm>
            <a:off x="11961" y="1031451"/>
            <a:ext cx="245767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noProof="0" dirty="0"/>
              <a:t>Instructions</a:t>
            </a:r>
          </a:p>
          <a:p>
            <a:pPr algn="just">
              <a:lnSpc>
                <a:spcPct val="150000"/>
              </a:lnSpc>
            </a:pPr>
            <a:r>
              <a:rPr lang="en-GB" b="1" dirty="0"/>
              <a:t>Seasonality analysis</a:t>
            </a:r>
            <a:endParaRPr lang="en-GB" b="1" noProof="0" dirty="0"/>
          </a:p>
          <a:p>
            <a:pPr algn="just">
              <a:lnSpc>
                <a:spcPct val="150000"/>
              </a:lnSpc>
            </a:pPr>
            <a:r>
              <a:rPr lang="en-GB" b="1" dirty="0"/>
              <a:t>Export results</a:t>
            </a:r>
            <a:endParaRPr lang="en-GB" b="1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05AE8A-436D-20E9-3A56-D31704FDD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7626" y="2481785"/>
            <a:ext cx="3351025" cy="20925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AE5D4E-5482-57EE-61D5-3B53B08D5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208" y="1785126"/>
            <a:ext cx="4353533" cy="905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CF7EB9-4370-206F-2705-5F036E55C5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3122" y="115324"/>
            <a:ext cx="2432498" cy="59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57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04AA-DDBA-B5D9-65CE-14CDD75C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A509DC2-4FC9-0A76-B9F1-A10873D933D0}"/>
              </a:ext>
            </a:extLst>
          </p:cNvPr>
          <p:cNvSpPr/>
          <p:nvPr/>
        </p:nvSpPr>
        <p:spPr>
          <a:xfrm>
            <a:off x="0" y="6"/>
            <a:ext cx="12192000" cy="830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8F8F51A7-7DD1-D6FC-850C-F7779C54E351}"/>
              </a:ext>
            </a:extLst>
          </p:cNvPr>
          <p:cNvGrpSpPr/>
          <p:nvPr/>
        </p:nvGrpSpPr>
        <p:grpSpPr>
          <a:xfrm>
            <a:off x="2464340" y="0"/>
            <a:ext cx="629521" cy="825488"/>
            <a:chOff x="4630366" y="1102471"/>
            <a:chExt cx="752272" cy="83009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F6200BB-734D-43A9-A521-773B89E9E648}"/>
                </a:ext>
              </a:extLst>
            </p:cNvPr>
            <p:cNvSpPr/>
            <p:nvPr/>
          </p:nvSpPr>
          <p:spPr>
            <a:xfrm>
              <a:off x="4630366" y="1102471"/>
              <a:ext cx="752272" cy="83009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677E9CB-8F04-C18E-8FA5-DD8026116204}"/>
                </a:ext>
              </a:extLst>
            </p:cNvPr>
            <p:cNvCxnSpPr/>
            <p:nvPr/>
          </p:nvCxnSpPr>
          <p:spPr>
            <a:xfrm>
              <a:off x="4747097" y="12840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FDFD250-3911-4F50-9766-9D3F758E1738}"/>
                </a:ext>
              </a:extLst>
            </p:cNvPr>
            <p:cNvCxnSpPr/>
            <p:nvPr/>
          </p:nvCxnSpPr>
          <p:spPr>
            <a:xfrm>
              <a:off x="4737372" y="1442936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811A2065-5A0B-FEB0-93B0-FB71C46587AA}"/>
                </a:ext>
              </a:extLst>
            </p:cNvPr>
            <p:cNvCxnSpPr/>
            <p:nvPr/>
          </p:nvCxnSpPr>
          <p:spPr>
            <a:xfrm>
              <a:off x="4734132" y="15888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291EF912-7D56-3183-4B86-DDB286C72981}"/>
                </a:ext>
              </a:extLst>
            </p:cNvPr>
            <p:cNvCxnSpPr/>
            <p:nvPr/>
          </p:nvCxnSpPr>
          <p:spPr>
            <a:xfrm>
              <a:off x="4730892" y="1741251"/>
              <a:ext cx="538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BCD623-FFE9-5109-755F-BC3349A898F3}"/>
              </a:ext>
            </a:extLst>
          </p:cNvPr>
          <p:cNvSpPr txBox="1"/>
          <p:nvPr/>
        </p:nvSpPr>
        <p:spPr>
          <a:xfrm>
            <a:off x="232593" y="1006054"/>
            <a:ext cx="114236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Instructions</a:t>
            </a:r>
          </a:p>
          <a:p>
            <a:pPr marL="285750" indent="-285750">
              <a:buFontTx/>
              <a:buChar char="-"/>
            </a:pPr>
            <a:r>
              <a:rPr lang="en-GB" sz="2400" b="1" dirty="0"/>
              <a:t>Upload data</a:t>
            </a:r>
          </a:p>
          <a:p>
            <a:pPr marL="285750" indent="-285750">
              <a:buFontTx/>
              <a:buChar char="-"/>
            </a:pPr>
            <a:r>
              <a:rPr lang="en-GB" sz="2400" b="1" dirty="0"/>
              <a:t>Visualizations</a:t>
            </a:r>
          </a:p>
          <a:p>
            <a:endParaRPr lang="en-GB" noProof="0" dirty="0"/>
          </a:p>
          <a:p>
            <a:r>
              <a:rPr lang="en-GB" sz="2400" b="1" dirty="0"/>
              <a:t>Seasonality analysis</a:t>
            </a:r>
            <a:endParaRPr lang="en-GB" sz="2400" b="1" noProof="0" dirty="0"/>
          </a:p>
          <a:p>
            <a:pPr marL="285750" indent="-285750">
              <a:buFontTx/>
              <a:buChar char="-"/>
            </a:pPr>
            <a:r>
              <a:rPr lang="en-GB" sz="2400" b="1" noProof="0" dirty="0"/>
              <a:t>Run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Decomposition and seasonal indices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Seasonality analysis using Autoregression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Two-sample difference tests</a:t>
            </a:r>
            <a:endParaRPr lang="en-GB" sz="2400" b="1" noProof="0" dirty="0"/>
          </a:p>
          <a:p>
            <a:endParaRPr lang="en-GB" sz="2400" b="1" dirty="0"/>
          </a:p>
          <a:p>
            <a:r>
              <a:rPr lang="en-GB" sz="2400" b="1" dirty="0"/>
              <a:t>Export results</a:t>
            </a:r>
            <a:endParaRPr lang="en-GB" sz="2400" b="1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363D1F-D382-85EA-7049-BF907A996D27}"/>
              </a:ext>
            </a:extLst>
          </p:cNvPr>
          <p:cNvSpPr txBox="1"/>
          <p:nvPr/>
        </p:nvSpPr>
        <p:spPr>
          <a:xfrm>
            <a:off x="374798" y="5667280"/>
            <a:ext cx="6150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effectLst/>
                <a:latin typeface="Aptos" panose="020B0004020202020204" pitchFamily="34" charset="0"/>
                <a:hlinkClick r:id="rId2" tooltip="https://chrglez.shinyapps.io/seasonal-ts/"/>
              </a:rPr>
              <a:t>https://chrglez.shinyapps.io/seasonal-ts/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63A2E2-0E0E-CBC8-0549-795677C91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122" y="115324"/>
            <a:ext cx="2432498" cy="59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7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D6B3-C228-CEA9-7052-FA19C059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BBC0CC5-AB54-D038-F463-3361976BAD1C}"/>
              </a:ext>
            </a:extLst>
          </p:cNvPr>
          <p:cNvSpPr/>
          <p:nvPr/>
        </p:nvSpPr>
        <p:spPr>
          <a:xfrm>
            <a:off x="0" y="6"/>
            <a:ext cx="12192000" cy="830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0C8BBC-0FD0-C4A2-190F-19576046F322}"/>
              </a:ext>
            </a:extLst>
          </p:cNvPr>
          <p:cNvSpPr txBox="1"/>
          <p:nvPr/>
        </p:nvSpPr>
        <p:spPr>
          <a:xfrm>
            <a:off x="2869324" y="230386"/>
            <a:ext cx="3318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err="1"/>
              <a:t>Analysis</a:t>
            </a:r>
            <a:r>
              <a:rPr lang="es-ES" sz="2000" dirty="0"/>
              <a:t>       </a:t>
            </a:r>
            <a:r>
              <a:rPr lang="es-ES" sz="2000" dirty="0" err="1"/>
              <a:t>Export</a:t>
            </a:r>
            <a:r>
              <a:rPr lang="es-ES" sz="2000" dirty="0"/>
              <a:t> </a:t>
            </a:r>
            <a:r>
              <a:rPr lang="es-ES" sz="2000" dirty="0" err="1"/>
              <a:t>results</a:t>
            </a:r>
            <a:endParaRPr lang="es-ES" sz="2000" dirty="0"/>
          </a:p>
        </p:txBody>
      </p:sp>
      <p:pic>
        <p:nvPicPr>
          <p:cNvPr id="6" name="Imagen 5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9D0347E3-4BCF-D7D4-63AF-A94C775DA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352"/>
            <a:ext cx="12192000" cy="525357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AB2DD8-D632-45F1-9DC5-893E75E39681}"/>
              </a:ext>
            </a:extLst>
          </p:cNvPr>
          <p:cNvSpPr txBox="1"/>
          <p:nvPr/>
        </p:nvSpPr>
        <p:spPr>
          <a:xfrm>
            <a:off x="10633166" y="2081349"/>
            <a:ext cx="155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/>
              <a:t>Visualization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D9DD52-C393-D888-4A85-8BE7F29CB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122" y="115324"/>
            <a:ext cx="2432498" cy="59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90744608-42C8-A717-49BD-FEE84B0E6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8" y="389965"/>
            <a:ext cx="12152231" cy="609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0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A33FAD1-ECB0-4F9F-223B-D16086CE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342"/>
            <a:ext cx="12192000" cy="61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7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9DB7DA3-6E89-668C-92A8-3D5B8FB3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786"/>
            <a:ext cx="12192000" cy="61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6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E70329A-B237-8E6E-629D-590E997A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578"/>
            <a:ext cx="12192000" cy="633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69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95</Words>
  <Application>Microsoft Office PowerPoint</Application>
  <PresentationFormat>Panorámica</PresentationFormat>
  <Paragraphs>20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Pinilla Domínguez</dc:creator>
  <cp:lastModifiedBy>Jaime Pinilla Domínguez</cp:lastModifiedBy>
  <cp:revision>2</cp:revision>
  <dcterms:created xsi:type="dcterms:W3CDTF">2026-02-12T11:30:23Z</dcterms:created>
  <dcterms:modified xsi:type="dcterms:W3CDTF">2026-03-16T11:29:31Z</dcterms:modified>
</cp:coreProperties>
</file>